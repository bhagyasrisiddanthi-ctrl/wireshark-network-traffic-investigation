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Wireshark-Based Network Traffic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CA3AF"/>
                </a:solidFill>
                <a:latin typeface="Calibri"/>
              </a:rPr>
              <a:t>PCAP analysis report: baseline capture SBT-PCAP1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B. Jaya Vardhan and Bhagya Sree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Scenario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051559"/>
            <a:ext cx="7987991" cy="148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Calibri"/>
              </a:rPr>
              <a:t>A user reported unusual network activity, and two lab captures were provided. This report covers SBT-PCAP1.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F2937"/>
                </a:solidFill>
                <a:latin typeface="Calibri"/>
              </a:rPr>
              <a:t>Communication was rebuilt from packet evidence only, using Wireshark statistics views, display filters and Follow TCP Stream.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F2937"/>
                </a:solidFill>
                <a:latin typeface="Calibri"/>
              </a:rPr>
              <a:t>Every finding cites a Wireshark frame number (the No. column).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F2937"/>
                </a:solidFill>
                <a:latin typeface="Calibri"/>
              </a:rPr>
              <a:t>Tasks covered: </a:t>
            </a:r>
            <a:r>
              <a:rPr lang="en-US" sz="1400" b="0" dirty="0" err="1">
                <a:solidFill>
                  <a:srgbClr val="1F2937"/>
                </a:solidFill>
                <a:latin typeface="Calibri"/>
              </a:rPr>
              <a:t>ip</a:t>
            </a:r>
            <a:r>
              <a:rPr lang="en-US" sz="1400" b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>
                <a:solidFill>
                  <a:srgbClr val="1F2937"/>
                </a:solidFill>
                <a:latin typeface="Calibri"/>
              </a:rPr>
              <a:t>conversations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, protocols and ports, ARP and DNS, the TCP handshake, a TCP stream, and unusual items.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Who is talking to whom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IPv4 Conversations table, filtered on the client IP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255303" cy="219456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The IPv4 Conversations table gives Address A, Address B, packet count and bytes transferred for each pair.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F2937"/>
                </a:solidFill>
                <a:latin typeface="Calibri"/>
              </a:rPr>
              <a:t>Result: the client 192.168.1.7 is talking to remote IP 17.252.226.85.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Protocols in the capture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232034" cy="1828799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457200" y="31546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461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9,225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30168"/>
            <a:ext cx="164592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TCP packets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31546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79191" y="32461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3,220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1" y="3630168"/>
            <a:ext cx="164592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TLS packets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6864" y="31546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4024" y="32461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224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3630168"/>
            <a:ext cx="164592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UDP and DNS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11696" y="31546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48856" y="32461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7 /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3630168"/>
            <a:ext cx="164592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HTTP / ICMP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Protocol Hierarchy Statistics show mostly TCP, and mostly encrypted TLS.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Ports in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Port 80 (HTTP)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202912" cy="1143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247802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Client source port 53828 to server port 80, the standard HTTP 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0584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UDP 1900 (SSDP)</a:t>
            </a:r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1872935" cy="1142999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663440" y="247802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Source port 3942 to destination 1900, the standard SSDP 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16352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UDP 5353 (mDNS)</a:t>
            </a:r>
          </a:p>
        </p:txBody>
      </p:sp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90672"/>
            <a:ext cx="1907822" cy="1143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57200" y="428853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Same port at both ends, so every device hears the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16352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ICMP</a:t>
            </a:r>
          </a:p>
        </p:txBody>
      </p:sp>
      <p:pic>
        <p:nvPicPr>
          <p:cNvPr id="13" name="Picture 12" descr="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090672"/>
            <a:ext cx="1820443" cy="1143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663440" y="428853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No TCP or UDP ports: ICMP works at the network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ARP and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7B4F"/>
                </a:solidFill>
                <a:latin typeface="Calibri"/>
              </a:rPr>
              <a:t>ARP: normal cache refresh</a:t>
            </a:r>
          </a:p>
        </p:txBody>
      </p:sp>
      <p:pic>
        <p:nvPicPr>
          <p:cNvPr id="4" name="Picture 3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024800" cy="15544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3017520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The gateway asks "Who has 192.168.1.7?" in frames 580, 3618 and 7143. The client answers each time with MAC 8c:85:90:93:ad:f0. The gateway also asks for 192.168.1.6 in frame 2600, resolving another local 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7B4F"/>
                </a:solidFill>
                <a:latin typeface="Calibri"/>
              </a:rPr>
              <a:t>DNS: queries to 8.8.8.8</a:t>
            </a:r>
          </a:p>
        </p:txBody>
      </p:sp>
      <p:pic>
        <p:nvPicPr>
          <p:cNvPr id="7" name="Picture 6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80160"/>
            <a:ext cx="2835526" cy="15544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Queries go from client 192.168.1.7 to 8.8.8.8 over UDP port 53, and responses come back from 8.8.8.8.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The TCP three-way handshake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Frames 52, 54, 55: 192.168.1.7:53686 to 216.58.199.78:443 (TLS to Google)</a:t>
            </a:r>
          </a:p>
        </p:txBody>
      </p:sp>
      <p:pic>
        <p:nvPicPr>
          <p:cNvPr id="4" name="Picture 3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171408" cy="141732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457200" y="278892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7B4F"/>
                </a:solidFill>
                <a:latin typeface="Georgia"/>
              </a:rPr>
              <a:t>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Frame 52 · t = 1.586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4728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Seq=3989314022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32004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F7B4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78892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8803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7B4F"/>
                </a:solidFill>
                <a:latin typeface="Georgia"/>
              </a:rPr>
              <a:t>SYN, 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004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Frame 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44728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Seq=3826294920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1F2937"/>
                </a:solidFill>
                <a:latin typeface="Calibri"/>
              </a:rPr>
              <a:t>Ack=3989314023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32004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F7B4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8892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7B4F"/>
                </a:solidFill>
                <a:latin typeface="Georgia"/>
              </a:rPr>
              <a:t>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004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Frame 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4728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Client confirms; the connection is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959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Plain-HTTP example: stream of frame 3682 (port 53828). SYN frame 3574 (47.87 s), SYN-ACK frame 3679 (48.69 s), ACK frame 3680. The 0.8 s wait for the SYN-ACK is a slow handshake.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Follow TCP Stream: HTTP</a:t>
            </a:r>
          </a:p>
        </p:txBody>
      </p:sp>
      <p:pic>
        <p:nvPicPr>
          <p:cNvPr id="3" name="Picture 2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206240" cy="3034083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5029200" y="100584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66360" y="10972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48132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HTTP request to firefox.com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10312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66360" y="21945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301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57860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Moved Permanently, redirecting to https://www.mozilla.org/firefox/new/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20040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60" y="32918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7B4F"/>
                </a:solidFill>
                <a:latin typeface="Georgia"/>
              </a:rPr>
              <a:t>Apache 2.4.6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675887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Server software, running on CentOS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Unusual items: ICMP and TCP resets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ICMP port unreachable (frames 127, 128)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frame.number ==127 || frame.number ==128</a:t>
            </a:r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4752"/>
            <a:ext cx="3809485" cy="210312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3730751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The client sent traffic toward 8.8.8.8, but the destination port was not listening, so an ICMP Destination Unreachable (Port Unreachable) came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6012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TCP resets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07008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tcp.flags.reset==1</a:t>
            </a:r>
          </a:p>
        </p:txBody>
      </p:sp>
      <p:pic>
        <p:nvPicPr>
          <p:cNvPr id="9" name="Picture 8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44752"/>
            <a:ext cx="3474303" cy="210312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754880" y="3730751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The RST count is high, but it is mostly HTTPS on port 443 with no port-scan or flood pattern. Treated as benign connection termination.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Unusual items: new device and slow 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DHCP frame 2585 (t = 34.94 s); SSDP frame 2598</a:t>
            </a:r>
          </a:p>
        </p:txBody>
      </p:sp>
      <p:pic>
        <p:nvPicPr>
          <p:cNvPr id="4" name="Picture 3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68232" cy="2286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3749039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Hostname Galaxy-S8 requested 192.168.1.6. An IPv6 router solicitation (frame 2566) at the same moment suggests the same device joined the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7B4F"/>
                </a:solidFill>
                <a:latin typeface="Calibri"/>
              </a:rPr>
              <a:t>Slow ICMP echo, frames 1632 to 1708</a:t>
            </a:r>
          </a:p>
        </p:txBody>
      </p:sp>
      <p:pic>
        <p:nvPicPr>
          <p:cNvPr id="7" name="Picture 6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80160"/>
            <a:ext cx="3931920" cy="2044701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754880" y="3507741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Replies from 8.8.4.4 arrive in about 0.58 s and 0.70 s: high latency, but the path 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Georgia"/>
              </a:rPr>
              <a:t>Event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521557"/>
              </p:ext>
            </p:extLst>
          </p:nvPr>
        </p:nvGraphicFramePr>
        <p:xfrm>
          <a:off x="457200" y="9601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Frames</a:t>
                      </a:r>
                    </a:p>
                  </a:txBody>
                  <a:tcPr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T="27432" marB="27432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0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 to 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Capture starts mid-connection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1.585 s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52 to 55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New TLS connection to Google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 to 4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94 to 128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DNS retry; late duplicate reply causes ICMP unreachable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9.2 s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580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ARP refresh by the gateway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15.7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998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SSDP and mDNS discovery from 192.168.1.8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22.8 s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1632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Ping to 8.8.4.4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34.6 to 35.1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2555 to 2603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Galaxy-S8 joins (IPv6, DHCP, SSDP)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47.9 to 48.7 s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3574 to 3775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HTTP to Mozilla, 301 redirect to HTTPS</a:t>
                      </a:r>
                    </a:p>
                  </a:txBody>
                  <a:tcPr marT="27432" marB="27432">
                    <a:solidFill>
                      <a:srgbClr val="F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F2937"/>
                          </a:solidFill>
                          <a:latin typeface="Calibri"/>
                        </a:rPr>
                        <a:t>68.6 to 75.2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F2937"/>
                          </a:solidFill>
                          <a:latin typeface="Calibri"/>
                        </a:rPr>
                        <a:t>5316 to 5941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F2937"/>
                          </a:solidFill>
                          <a:latin typeface="Calibri"/>
                        </a:rPr>
                        <a:t>Avast update HTTP requests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725</Words>
  <Application>Microsoft Office PowerPoint</Application>
  <PresentationFormat>On-screen Show (16:9)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sree royals</dc:creator>
  <cp:keywords/>
  <dc:description>generated using python-pptx</dc:description>
  <cp:lastModifiedBy>bhagyasri siddanthi</cp:lastModifiedBy>
  <cp:revision>5</cp:revision>
  <dcterms:created xsi:type="dcterms:W3CDTF">2013-01-27T09:14:16Z</dcterms:created>
  <dcterms:modified xsi:type="dcterms:W3CDTF">2026-10-16T09:33:56Z</dcterms:modified>
  <cp:category/>
</cp:coreProperties>
</file>